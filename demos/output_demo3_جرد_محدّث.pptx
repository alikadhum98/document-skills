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00000" y="200000"/>
            <a:ext cx="874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2600" b="1">
                <a:solidFill>
                  <a:srgbClr val="1F497D"/>
                </a:solidFill>
                <a:latin typeface="Simplified Arabic"/>
              </a:rPr>
              <a:t>تقرير الجرد الوطني - سنة ٢٠٢٤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0000" y="1100000"/>
            <a:ext cx="8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800" b="0">
                <a:solidFill>
                  <a:srgbClr val="262626"/>
                </a:solidFill>
                <a:latin typeface="Simplified Arabic"/>
              </a:rPr>
              <a:t>إجمالي الانبعاثات: ١٨٥.٤ مليون طن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0000" y="1700000"/>
            <a:ext cx="8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404040"/>
                </a:solidFill>
                <a:latin typeface="Simplified Arabic"/>
              </a:rPr>
              <a:t>قطاع الطاقة: ١٤٢.٣ | الصناعة: ٢٨.١ | النفايات: ١٥.٠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0000" y="2400000"/>
            <a:ext cx="87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600" b="0">
                <a:solidFill>
                  <a:srgbClr val="1F497D"/>
                </a:solidFill>
                <a:latin typeface="Simplified Arabic"/>
              </a:rPr>
              <a:t>نسبة التغيير عن العام السابق: +٣.٢٪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0000" y="4500000"/>
            <a:ext cx="8744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 algn="r"/>
            <a:r>
              <a:rPr sz="1200" b="0">
                <a:solidFill>
                  <a:srgbClr val="707070"/>
                </a:solidFill>
                <a:latin typeface="Simplified Arabic"/>
              </a:rPr>
              <a:t>معد التقرير: قسم سياسات المناخ    |    تاريخ الإصدار: مايو ٢٠٢٥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